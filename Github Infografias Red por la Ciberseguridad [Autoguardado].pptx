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  <p:sldMasterId id="2147483695" r:id="rId2"/>
  </p:sldMasterIdLst>
  <p:notesMasterIdLst>
    <p:notesMasterId r:id="rId15"/>
  </p:notesMasterIdLst>
  <p:sldIdLst>
    <p:sldId id="270" r:id="rId3"/>
    <p:sldId id="346" r:id="rId4"/>
    <p:sldId id="343" r:id="rId5"/>
    <p:sldId id="347" r:id="rId6"/>
    <p:sldId id="342" r:id="rId7"/>
    <p:sldId id="345" r:id="rId8"/>
    <p:sldId id="341" r:id="rId9"/>
    <p:sldId id="322" r:id="rId10"/>
    <p:sldId id="339" r:id="rId11"/>
    <p:sldId id="302" r:id="rId12"/>
    <p:sldId id="344" r:id="rId13"/>
    <p:sldId id="338" r:id="rId14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2D6C"/>
    <a:srgbClr val="003073"/>
    <a:srgbClr val="0E3474"/>
    <a:srgbClr val="FFB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FE80E4-4986-405E-87BA-50EB42BA0EAE}" v="13" dt="2023-04-20T22:16:12.3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33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3E7360-04CA-4A6F-A7E2-551426434115}" type="datetimeFigureOut">
              <a:rPr lang="es-MX" smtClean="0"/>
              <a:t>09/04/2025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50D37D-3B5D-4A56-85A1-FB4B1157445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51306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7A2F8-5D29-89F3-4C1D-6CB16DDC1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A23168C-7C7A-4205-8E37-82EC76DE6F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5CB66E9-B4E3-E2E6-69E6-2E1BD5CC6F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52F87D5-0C0F-53C5-24A9-4900705F97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9706A7-2C42-46E8-A3A5-E6C82682FB3D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17955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9548C-8DAC-52DF-B4AA-DFE49C6E1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90B08C6-0CF3-B5E1-9B28-AA3A68143E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26FF313-0242-D53E-1108-300B697BA6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AC68CD0-EB4E-73DB-2AEB-062335835F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9706A7-2C42-46E8-A3A5-E6C82682FB3D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36468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07857-351E-0264-D60B-41CAB61B2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562135E-5718-D155-5325-CF3FD359E6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065DAB5-375B-EFE6-6B5B-0B0600975F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411CBE1-4B1E-C4DC-0BD6-BD98F6B819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9706A7-2C42-46E8-A3A5-E6C82682FB3D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65923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9706A7-2C42-46E8-A3A5-E6C82682FB3D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46701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30359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Sub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>
            <a:spLocks noGrp="1"/>
          </p:cNvSpPr>
          <p:nvPr>
            <p:ph type="ctrTitle"/>
          </p:nvPr>
        </p:nvSpPr>
        <p:spPr>
          <a:xfrm>
            <a:off x="914400" y="1298333"/>
            <a:ext cx="7729200" cy="154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914400" y="2973933"/>
            <a:ext cx="7729200" cy="62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40660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1758367" y="1381400"/>
            <a:ext cx="6885200" cy="488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592652" rtl="0">
              <a:spcBef>
                <a:spcPts val="800"/>
              </a:spcBef>
              <a:spcAft>
                <a:spcPts val="0"/>
              </a:spcAft>
              <a:buSzPts val="3400"/>
              <a:buChar char="▰"/>
              <a:defRPr sz="4533"/>
            </a:lvl1pPr>
            <a:lvl2pPr marL="1219170" lvl="1" indent="-592652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4533"/>
            </a:lvl2pPr>
            <a:lvl3pPr marL="1828754" lvl="2" indent="-592652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4533"/>
            </a:lvl3pPr>
            <a:lvl4pPr marL="2438339" lvl="3" indent="-592652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4533"/>
            </a:lvl4pPr>
            <a:lvl5pPr marL="3047924" lvl="4" indent="-592652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4533"/>
            </a:lvl5pPr>
            <a:lvl6pPr marL="3657509" lvl="5" indent="-592652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4533"/>
            </a:lvl6pPr>
            <a:lvl7pPr marL="4267093" lvl="6" indent="-592652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4533"/>
            </a:lvl7pPr>
            <a:lvl8pPr marL="4876678" lvl="7" indent="-592652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4533"/>
            </a:lvl8pPr>
            <a:lvl9pPr marL="5486263" lvl="8" indent="-592652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4533"/>
            </a:lvl9pPr>
          </a:lstStyle>
          <a:p>
            <a:endParaRPr/>
          </a:p>
        </p:txBody>
      </p:sp>
      <p:sp>
        <p:nvSpPr>
          <p:cNvPr id="19" name="Google Shape;19;p4"/>
          <p:cNvSpPr txBox="1"/>
          <p:nvPr/>
        </p:nvSpPr>
        <p:spPr>
          <a:xfrm>
            <a:off x="805800" y="836233"/>
            <a:ext cx="1161200" cy="8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800" b="1">
                <a:solidFill>
                  <a:srgbClr val="7DFFB1"/>
                </a:solidFill>
                <a:latin typeface="Titillium Web"/>
                <a:ea typeface="Titillium Web"/>
                <a:cs typeface="Titillium Web"/>
                <a:sym typeface="Titillium Web"/>
              </a:rPr>
              <a:t>“</a:t>
            </a:r>
            <a:endParaRPr sz="12800" b="1">
              <a:solidFill>
                <a:srgbClr val="7DFFB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78475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609600" y="579433"/>
            <a:ext cx="8034000" cy="1143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609600" y="1904997"/>
            <a:ext cx="8034000" cy="419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507987">
              <a:spcBef>
                <a:spcPts val="800"/>
              </a:spcBef>
              <a:spcAft>
                <a:spcPts val="0"/>
              </a:spcAft>
              <a:buSzPts val="2400"/>
              <a:buChar char="▰"/>
              <a:defRPr/>
            </a:lvl1pPr>
            <a:lvl2pPr marL="1219170" lvl="1" indent="-507987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828754" lvl="2" indent="-507987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2438339" lvl="3" indent="-507987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3047924" lvl="4" indent="-507987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3657509" lvl="5" indent="-507987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4267093" lvl="6" indent="-507987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4876678" lvl="7" indent="-507987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5486263" lvl="8" indent="-507987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18040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609600" y="579433"/>
            <a:ext cx="8034000" cy="1143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609600" y="1905000"/>
            <a:ext cx="3899600" cy="420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SzPts val="2000"/>
              <a:buChar char="▰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2"/>
          </p:nvPr>
        </p:nvSpPr>
        <p:spPr>
          <a:xfrm>
            <a:off x="4744127" y="1905000"/>
            <a:ext cx="3899600" cy="420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SzPts val="2000"/>
              <a:buChar char="▰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36772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 + 3 column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609600" y="579433"/>
            <a:ext cx="8034000" cy="1143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609600" y="1905000"/>
            <a:ext cx="2468800" cy="442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SzPts val="1600"/>
              <a:buChar char="▰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3392207" y="1905000"/>
            <a:ext cx="2468800" cy="442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SzPts val="1600"/>
              <a:buChar char="▰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3"/>
          </p:nvPr>
        </p:nvSpPr>
        <p:spPr>
          <a:xfrm>
            <a:off x="6174815" y="1905000"/>
            <a:ext cx="2468800" cy="442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SzPts val="1600"/>
              <a:buChar char="▰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36993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609600" y="579433"/>
            <a:ext cx="8034000" cy="1143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2272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9"/>
          <p:cNvSpPr txBox="1">
            <a:spLocks noGrp="1"/>
          </p:cNvSpPr>
          <p:nvPr>
            <p:ph type="body" idx="1"/>
          </p:nvPr>
        </p:nvSpPr>
        <p:spPr>
          <a:xfrm>
            <a:off x="609600" y="5875067"/>
            <a:ext cx="8034000" cy="69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>
              <a:spcBef>
                <a:spcPts val="480"/>
              </a:spcBef>
              <a:spcAft>
                <a:spcPts val="0"/>
              </a:spcAft>
              <a:buSzPts val="1800"/>
              <a:buNone/>
              <a:defRPr sz="2400"/>
            </a:lvl1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43853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7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39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5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656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094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3" y="2937933"/>
            <a:ext cx="5181600" cy="908051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3" y="1937810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79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585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37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170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396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754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54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339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671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0590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792" indent="0">
              <a:buNone/>
              <a:defRPr sz="1333" b="1"/>
            </a:lvl2pPr>
            <a:lvl3pPr marL="609585" indent="0">
              <a:buNone/>
              <a:defRPr sz="1200" b="1"/>
            </a:lvl3pPr>
            <a:lvl4pPr marL="914377" indent="0">
              <a:buNone/>
              <a:defRPr sz="1067" b="1"/>
            </a:lvl4pPr>
            <a:lvl5pPr marL="1219170" indent="0">
              <a:buNone/>
              <a:defRPr sz="1067" b="1"/>
            </a:lvl5pPr>
            <a:lvl6pPr marL="1523962" indent="0">
              <a:buNone/>
              <a:defRPr sz="1067" b="1"/>
            </a:lvl6pPr>
            <a:lvl7pPr marL="1828754" indent="0">
              <a:buNone/>
              <a:defRPr sz="1067" b="1"/>
            </a:lvl7pPr>
            <a:lvl8pPr marL="2133547" indent="0">
              <a:buNone/>
              <a:defRPr sz="1067" b="1"/>
            </a:lvl8pPr>
            <a:lvl9pPr marL="2438339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792" indent="0">
              <a:buNone/>
              <a:defRPr sz="1333" b="1"/>
            </a:lvl2pPr>
            <a:lvl3pPr marL="609585" indent="0">
              <a:buNone/>
              <a:defRPr sz="1200" b="1"/>
            </a:lvl3pPr>
            <a:lvl4pPr marL="914377" indent="0">
              <a:buNone/>
              <a:defRPr sz="1067" b="1"/>
            </a:lvl4pPr>
            <a:lvl5pPr marL="1219170" indent="0">
              <a:buNone/>
              <a:defRPr sz="1067" b="1"/>
            </a:lvl5pPr>
            <a:lvl6pPr marL="1523962" indent="0">
              <a:buNone/>
              <a:defRPr sz="1067" b="1"/>
            </a:lvl6pPr>
            <a:lvl7pPr marL="1828754" indent="0">
              <a:buNone/>
              <a:defRPr sz="1067" b="1"/>
            </a:lvl7pPr>
            <a:lvl8pPr marL="2133547" indent="0">
              <a:buNone/>
              <a:defRPr sz="1067" b="1"/>
            </a:lvl8pPr>
            <a:lvl9pPr marL="2438339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4221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3445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7936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182034"/>
            <a:ext cx="2005543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8" y="182034"/>
            <a:ext cx="3407833" cy="3902076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1" y="956733"/>
            <a:ext cx="2005543" cy="3127376"/>
          </a:xfrm>
        </p:spPr>
        <p:txBody>
          <a:bodyPr/>
          <a:lstStyle>
            <a:lvl1pPr marL="0" indent="0">
              <a:buNone/>
              <a:defRPr sz="933"/>
            </a:lvl1pPr>
            <a:lvl2pPr marL="304792" indent="0">
              <a:buNone/>
              <a:defRPr sz="800"/>
            </a:lvl2pPr>
            <a:lvl3pPr marL="609585" indent="0">
              <a:buNone/>
              <a:defRPr sz="667"/>
            </a:lvl3pPr>
            <a:lvl4pPr marL="914377" indent="0">
              <a:buNone/>
              <a:defRPr sz="600"/>
            </a:lvl4pPr>
            <a:lvl5pPr marL="1219170" indent="0">
              <a:buNone/>
              <a:defRPr sz="600"/>
            </a:lvl5pPr>
            <a:lvl6pPr marL="1523962" indent="0">
              <a:buNone/>
              <a:defRPr sz="600"/>
            </a:lvl6pPr>
            <a:lvl7pPr marL="1828754" indent="0">
              <a:buNone/>
              <a:defRPr sz="600"/>
            </a:lvl7pPr>
            <a:lvl8pPr marL="2133547" indent="0">
              <a:buNone/>
              <a:defRPr sz="600"/>
            </a:lvl8pPr>
            <a:lvl9pPr marL="2438339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0666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1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792" indent="0">
              <a:buNone/>
              <a:defRPr sz="1867"/>
            </a:lvl2pPr>
            <a:lvl3pPr marL="609585" indent="0">
              <a:buNone/>
              <a:defRPr sz="1600"/>
            </a:lvl3pPr>
            <a:lvl4pPr marL="914377" indent="0">
              <a:buNone/>
              <a:defRPr sz="1333"/>
            </a:lvl4pPr>
            <a:lvl5pPr marL="1219170" indent="0">
              <a:buNone/>
              <a:defRPr sz="1333"/>
            </a:lvl5pPr>
            <a:lvl6pPr marL="1523962" indent="0">
              <a:buNone/>
              <a:defRPr sz="1333"/>
            </a:lvl6pPr>
            <a:lvl7pPr marL="1828754" indent="0">
              <a:buNone/>
              <a:defRPr sz="1333"/>
            </a:lvl7pPr>
            <a:lvl8pPr marL="2133547" indent="0">
              <a:buNone/>
              <a:defRPr sz="1333"/>
            </a:lvl8pPr>
            <a:lvl9pPr marL="2438339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6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792" indent="0">
              <a:buNone/>
              <a:defRPr sz="800"/>
            </a:lvl2pPr>
            <a:lvl3pPr marL="609585" indent="0">
              <a:buNone/>
              <a:defRPr sz="667"/>
            </a:lvl3pPr>
            <a:lvl4pPr marL="914377" indent="0">
              <a:buNone/>
              <a:defRPr sz="600"/>
            </a:lvl4pPr>
            <a:lvl5pPr marL="1219170" indent="0">
              <a:buNone/>
              <a:defRPr sz="600"/>
            </a:lvl5pPr>
            <a:lvl6pPr marL="1523962" indent="0">
              <a:buNone/>
              <a:defRPr sz="600"/>
            </a:lvl6pPr>
            <a:lvl7pPr marL="1828754" indent="0">
              <a:buNone/>
              <a:defRPr sz="600"/>
            </a:lvl7pPr>
            <a:lvl8pPr marL="2133547" indent="0">
              <a:buNone/>
              <a:defRPr sz="600"/>
            </a:lvl8pPr>
            <a:lvl9pPr marL="2438339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0014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3265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3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3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889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7DFFB1"/>
            </a:gs>
            <a:gs pos="12000">
              <a:srgbClr val="00AAC6"/>
            </a:gs>
            <a:gs pos="51000">
              <a:srgbClr val="0037B3"/>
            </a:gs>
            <a:gs pos="100000">
              <a:srgbClr val="00001A"/>
            </a:gs>
          </a:gsLst>
          <a:lin ang="1350003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09600" y="579433"/>
            <a:ext cx="8034000" cy="11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sz="3600" b="1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sz="3600" b="1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sz="3600" b="1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sz="3600" b="1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sz="3600" b="1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sz="3600" b="1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sz="3600" b="1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sz="3600" b="1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tillium Web"/>
              <a:buNone/>
              <a:defRPr sz="3600" b="1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09600" y="1904997"/>
            <a:ext cx="8034000" cy="41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rgbClr val="7DFFB1"/>
              </a:buClr>
              <a:buSzPts val="2400"/>
              <a:buFont typeface="Titillium Web Light"/>
              <a:buChar char="▰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tillium Web Light"/>
              <a:buChar char="○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tillium Web Light"/>
              <a:buChar char="■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tillium Web Light"/>
              <a:buChar char="●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tillium Web Light"/>
              <a:buChar char="○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tillium Web Light"/>
              <a:buChar char="■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tillium Web Light"/>
              <a:buChar char="●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tillium Web Light"/>
              <a:buChar char="○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tillium Web Light"/>
              <a:buChar char="■"/>
              <a:defRPr sz="24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733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lvl="1" algn="r">
              <a:buNone/>
              <a:defRPr sz="1733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lvl="2" algn="r">
              <a:buNone/>
              <a:defRPr sz="1733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lvl="3" algn="r">
              <a:buNone/>
              <a:defRPr sz="1733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lvl="4" algn="r">
              <a:buNone/>
              <a:defRPr sz="1733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lvl="5" algn="r">
              <a:buNone/>
              <a:defRPr sz="1733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lvl="6" algn="r">
              <a:buNone/>
              <a:defRPr sz="1733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lvl="7" algn="r">
              <a:buNone/>
              <a:defRPr sz="1733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lvl="8" algn="r">
              <a:buNone/>
              <a:defRPr sz="1733">
                <a:solidFill>
                  <a:srgbClr val="0037B3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fld id="{00000000-1234-1234-1234-123412341234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2712275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8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8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8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475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ctr" defTabSz="609585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609585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288" indent="-190495" algn="l" defTabSz="609585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1981" indent="-152396" algn="l" defTabSz="609585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773" indent="-152396" algn="l" defTabSz="609585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indent="-152396" algn="l" defTabSz="609585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358" indent="-152396" algn="l" defTabSz="609585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150" indent="-152396" algn="l" defTabSz="609585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5943" indent="-152396" algn="l" defTabSz="609585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735" indent="-152396" algn="l" defTabSz="609585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792" algn="l" defTabSz="609585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585" algn="l" defTabSz="609585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377" algn="l" defTabSz="609585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170" algn="l" defTabSz="609585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3962" algn="l" defTabSz="609585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754" algn="l" defTabSz="609585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547" algn="l" defTabSz="609585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339" algn="l" defTabSz="609585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DE8AFBE-781B-49AF-8FA7-4EE2FCCFE8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7990" y="2276570"/>
            <a:ext cx="10136020" cy="1892723"/>
          </a:xfrm>
        </p:spPr>
        <p:txBody>
          <a:bodyPr anchor="ctr"/>
          <a:lstStyle/>
          <a:p>
            <a:r>
              <a:rPr lang="es-MX" sz="7000" dirty="0">
                <a:solidFill>
                  <a:srgbClr val="FFB929"/>
                </a:solidFill>
              </a:rPr>
              <a:t>Red por la Ciberseguridad</a:t>
            </a:r>
            <a:endParaRPr lang="en-US" sz="7000" dirty="0">
              <a:solidFill>
                <a:srgbClr val="FFB929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9" name="Imagen 8" descr="Texto&#10;&#10;Descripción generada automáticamente">
            <a:extLst>
              <a:ext uri="{FF2B5EF4-FFF2-40B4-BE49-F238E27FC236}">
                <a16:creationId xmlns:a16="http://schemas.microsoft.com/office/drawing/2014/main" id="{44017B07-522E-4A4E-8DA6-90ABE81550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486" y="294863"/>
            <a:ext cx="3567864" cy="777912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040F974-8872-37EB-F7EA-3F8FCAEF8432}"/>
              </a:ext>
            </a:extLst>
          </p:cNvPr>
          <p:cNvSpPr txBox="1"/>
          <p:nvPr/>
        </p:nvSpPr>
        <p:spPr>
          <a:xfrm>
            <a:off x="1027990" y="3895760"/>
            <a:ext cx="527208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000" kern="0" dirty="0">
                <a:solidFill>
                  <a:schemeClr val="bg1"/>
                </a:solidFill>
              </a:rPr>
              <a:t>¿Si tienes un problema de ciberseguridad quién te ayuda?</a:t>
            </a:r>
            <a:endParaRPr lang="en-US" sz="3000" kern="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5C94F6F7-42F2-C35A-991F-DFC13360E7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9660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CA4D79A4-0AE5-6862-9D6A-8E406C237E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3" t="4073" r="621" b="42097"/>
          <a:stretch/>
        </p:blipFill>
        <p:spPr bwMode="auto">
          <a:xfrm>
            <a:off x="2038350" y="0"/>
            <a:ext cx="8362950" cy="6837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4492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61783-71AA-6DC2-2194-79F044092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AEE2FEDE-DADD-B6FB-F529-1D7C888B62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333"/>
          <a:stretch/>
        </p:blipFill>
        <p:spPr bwMode="auto">
          <a:xfrm>
            <a:off x="561975" y="-5953"/>
            <a:ext cx="10982325" cy="6863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4283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4C68E-9FAD-0EC4-7930-A4AFAF171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E3DE0CB-E3F2-5AA1-905F-9F0BD6E954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r="625" b="42222"/>
          <a:stretch/>
        </p:blipFill>
        <p:spPr>
          <a:xfrm>
            <a:off x="2135005" y="-101274"/>
            <a:ext cx="8010944" cy="698648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10751F7-AFD2-7A75-C094-A1FDCD0BF0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3369" y="1457538"/>
            <a:ext cx="2117412" cy="556088"/>
          </a:xfrm>
          <a:prstGeom prst="rect">
            <a:avLst/>
          </a:prstGeom>
        </p:spPr>
      </p:pic>
      <p:pic>
        <p:nvPicPr>
          <p:cNvPr id="4" name="Imagen 3" descr="Texto&#10;&#10;Descripción generada automáticamente">
            <a:extLst>
              <a:ext uri="{FF2B5EF4-FFF2-40B4-BE49-F238E27FC236}">
                <a16:creationId xmlns:a16="http://schemas.microsoft.com/office/drawing/2014/main" id="{3B08E510-6926-AA5C-D4ED-41787905A5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8407" y="1531452"/>
            <a:ext cx="2211473" cy="482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025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51DCE-F336-13A8-72E3-7213CBE8F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BA7106C1-F6A0-5F08-27BD-5577519200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4" t="57465" r="148" b="-46"/>
          <a:stretch/>
        </p:blipFill>
        <p:spPr>
          <a:xfrm>
            <a:off x="597866" y="0"/>
            <a:ext cx="107121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8412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259B4-6092-A2E7-0F53-BDAB156D1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>
            <a:extLst>
              <a:ext uri="{FF2B5EF4-FFF2-40B4-BE49-F238E27FC236}">
                <a16:creationId xmlns:a16="http://schemas.microsoft.com/office/drawing/2014/main" id="{C0C24DAB-3AF9-20E0-E1C2-F941381E5AC4}"/>
              </a:ext>
            </a:extLst>
          </p:cNvPr>
          <p:cNvGrpSpPr/>
          <p:nvPr/>
        </p:nvGrpSpPr>
        <p:grpSpPr>
          <a:xfrm>
            <a:off x="0" y="0"/>
            <a:ext cx="12192000" cy="1737360"/>
            <a:chOff x="0" y="0"/>
            <a:chExt cx="1934351" cy="194877"/>
          </a:xfrm>
          <a:solidFill>
            <a:srgbClr val="092D6C"/>
          </a:solidFill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6A8E2E9A-99AE-5059-C0A1-FAA07B8C5660}"/>
                </a:ext>
              </a:extLst>
            </p:cNvPr>
            <p:cNvSpPr/>
            <p:nvPr/>
          </p:nvSpPr>
          <p:spPr>
            <a:xfrm>
              <a:off x="0" y="0"/>
              <a:ext cx="1934351" cy="194877"/>
            </a:xfrm>
            <a:custGeom>
              <a:avLst/>
              <a:gdLst/>
              <a:ahLst/>
              <a:cxnLst/>
              <a:rect l="l" t="t" r="r" b="b"/>
              <a:pathLst>
                <a:path w="1934351" h="194877">
                  <a:moveTo>
                    <a:pt x="0" y="0"/>
                  </a:moveTo>
                  <a:lnTo>
                    <a:pt x="1934351" y="0"/>
                  </a:lnTo>
                  <a:lnTo>
                    <a:pt x="1934351" y="194877"/>
                  </a:lnTo>
                  <a:lnTo>
                    <a:pt x="0" y="194877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0" name="Imagen 9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0129C37F-6E95-B8F0-C378-2311FF4563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236" y="73152"/>
            <a:ext cx="10177272" cy="6784848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F1B44F56-6747-232F-F1B2-78F2C86C19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0199" y="342281"/>
            <a:ext cx="1038370" cy="905001"/>
          </a:xfrm>
          <a:prstGeom prst="rect">
            <a:avLst/>
          </a:prstGeom>
        </p:spPr>
      </p:pic>
      <p:pic>
        <p:nvPicPr>
          <p:cNvPr id="11" name="Imagen 10" descr="Texto&#10;&#10;Descripción generada automáticamente">
            <a:extLst>
              <a:ext uri="{FF2B5EF4-FFF2-40B4-BE49-F238E27FC236}">
                <a16:creationId xmlns:a16="http://schemas.microsoft.com/office/drawing/2014/main" id="{5673E956-516A-CAAC-AF7F-77A9DD6DCF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2683" y="1044532"/>
            <a:ext cx="2530825" cy="551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243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0"/>
            <a:ext cx="12192000" cy="1142999"/>
            <a:chOff x="0" y="0"/>
            <a:chExt cx="1934351" cy="194877"/>
          </a:xfrm>
          <a:solidFill>
            <a:srgbClr val="003073"/>
          </a:solidFill>
        </p:grpSpPr>
        <p:sp>
          <p:nvSpPr>
            <p:cNvPr id="9" name="Freeform 9"/>
            <p:cNvSpPr/>
            <p:nvPr/>
          </p:nvSpPr>
          <p:spPr>
            <a:xfrm>
              <a:off x="0" y="0"/>
              <a:ext cx="1934351" cy="194877"/>
            </a:xfrm>
            <a:custGeom>
              <a:avLst/>
              <a:gdLst/>
              <a:ahLst/>
              <a:cxnLst/>
              <a:rect l="l" t="t" r="r" b="b"/>
              <a:pathLst>
                <a:path w="1934351" h="194877">
                  <a:moveTo>
                    <a:pt x="0" y="0"/>
                  </a:moveTo>
                  <a:lnTo>
                    <a:pt x="1934351" y="0"/>
                  </a:lnTo>
                  <a:lnTo>
                    <a:pt x="1934351" y="194877"/>
                  </a:lnTo>
                  <a:lnTo>
                    <a:pt x="0" y="194877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031" name="Picture 7">
            <a:extLst>
              <a:ext uri="{FF2B5EF4-FFF2-40B4-BE49-F238E27FC236}">
                <a16:creationId xmlns:a16="http://schemas.microsoft.com/office/drawing/2014/main" id="{8CCF22D4-425D-B5E1-C31B-7DEEA41BC0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2" r="2420" b="4083"/>
          <a:stretch/>
        </p:blipFill>
        <p:spPr bwMode="auto">
          <a:xfrm>
            <a:off x="786384" y="0"/>
            <a:ext cx="10186416" cy="6773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6530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AF7D512F-9175-5C92-F238-4E5CCC1258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36E70CA-C101-DE12-168F-0D5F433991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6836" y="163031"/>
            <a:ext cx="2324424" cy="533474"/>
          </a:xfrm>
          <a:prstGeom prst="rect">
            <a:avLst/>
          </a:prstGeom>
        </p:spPr>
      </p:pic>
      <p:pic>
        <p:nvPicPr>
          <p:cNvPr id="6" name="Imagen 5" descr="Texto&#10;&#10;Descripción generada automáticamente">
            <a:extLst>
              <a:ext uri="{FF2B5EF4-FFF2-40B4-BE49-F238E27FC236}">
                <a16:creationId xmlns:a16="http://schemas.microsoft.com/office/drawing/2014/main" id="{3EA2B00F-4CE8-3575-6110-0EE67D55CE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8799" y="420603"/>
            <a:ext cx="2530825" cy="551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537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-2"/>
            <a:ext cx="12192000" cy="2002538"/>
            <a:chOff x="0" y="-19531"/>
            <a:chExt cx="1913890" cy="194877"/>
          </a:xfrm>
        </p:grpSpPr>
        <p:sp>
          <p:nvSpPr>
            <p:cNvPr id="9" name="Freeform 9"/>
            <p:cNvSpPr/>
            <p:nvPr/>
          </p:nvSpPr>
          <p:spPr>
            <a:xfrm>
              <a:off x="0" y="-19531"/>
              <a:ext cx="1913890" cy="194877"/>
            </a:xfrm>
            <a:custGeom>
              <a:avLst/>
              <a:gdLst/>
              <a:ahLst/>
              <a:cxnLst/>
              <a:rect l="l" t="t" r="r" b="b"/>
              <a:pathLst>
                <a:path w="1913890" h="194877">
                  <a:moveTo>
                    <a:pt x="0" y="0"/>
                  </a:moveTo>
                  <a:lnTo>
                    <a:pt x="1913890" y="0"/>
                  </a:lnTo>
                  <a:lnTo>
                    <a:pt x="1913890" y="194877"/>
                  </a:lnTo>
                  <a:lnTo>
                    <a:pt x="0" y="194877"/>
                  </a:lnTo>
                  <a:close/>
                </a:path>
              </a:pathLst>
            </a:custGeom>
            <a:solidFill>
              <a:srgbClr val="0E3474"/>
            </a:solidFill>
          </p:spPr>
          <p:txBody>
            <a:bodyPr/>
            <a:lstStyle/>
            <a:p>
              <a:endParaRPr lang="es-MX"/>
            </a:p>
          </p:txBody>
        </p:sp>
      </p:grpSp>
      <p:pic>
        <p:nvPicPr>
          <p:cNvPr id="3074" name="Picture 2">
            <a:extLst>
              <a:ext uri="{FF2B5EF4-FFF2-40B4-BE49-F238E27FC236}">
                <a16:creationId xmlns:a16="http://schemas.microsoft.com/office/drawing/2014/main" id="{AA351D39-DCC9-68E5-007F-1631D30BD7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216" y="28956"/>
            <a:ext cx="10243567" cy="6829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918BF77-A6F6-7776-1DBC-B46B4E2A8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3343" y="73152"/>
            <a:ext cx="1590897" cy="44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284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91A5224-EB1D-AEF1-FAAF-118E90C086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585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75057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DE8AFBE-781B-49AF-8FA7-4EE2FCCFE8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7990" y="2276570"/>
            <a:ext cx="10136020" cy="1892723"/>
          </a:xfrm>
        </p:spPr>
        <p:txBody>
          <a:bodyPr anchor="ctr"/>
          <a:lstStyle/>
          <a:p>
            <a:r>
              <a:rPr lang="es-MX" sz="7000" dirty="0">
                <a:solidFill>
                  <a:srgbClr val="FFB929"/>
                </a:solidFill>
              </a:rPr>
              <a:t>Red por la Ciberseguridad</a:t>
            </a:r>
            <a:endParaRPr lang="en-US" sz="7000" dirty="0">
              <a:solidFill>
                <a:srgbClr val="FFB929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9" name="Imagen 8" descr="Texto&#10;&#10;Descripción generada automáticamente">
            <a:extLst>
              <a:ext uri="{FF2B5EF4-FFF2-40B4-BE49-F238E27FC236}">
                <a16:creationId xmlns:a16="http://schemas.microsoft.com/office/drawing/2014/main" id="{44017B07-522E-4A4E-8DA6-90ABE81550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486" y="294863"/>
            <a:ext cx="3567864" cy="777912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040F974-8872-37EB-F7EA-3F8FCAEF8432}"/>
              </a:ext>
            </a:extLst>
          </p:cNvPr>
          <p:cNvSpPr txBox="1"/>
          <p:nvPr/>
        </p:nvSpPr>
        <p:spPr>
          <a:xfrm>
            <a:off x="1027989" y="3895760"/>
            <a:ext cx="701587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3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Gracias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3000" kern="0" dirty="0">
                <a:solidFill>
                  <a:srgbClr val="FFFFFF"/>
                </a:solidFill>
                <a:latin typeface="Arial"/>
              </a:rPr>
              <a:t>contacto@redporlaciberseguridad.org</a:t>
            </a:r>
            <a:endParaRPr kumimoji="0" lang="en-US" sz="3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54257615"/>
      </p:ext>
    </p:extLst>
  </p:cSld>
  <p:clrMapOvr>
    <a:masterClrMapping/>
  </p:clrMapOvr>
</p:sld>
</file>

<file path=ppt/theme/theme1.xml><?xml version="1.0" encoding="utf-8"?>
<a:theme xmlns:a="http://schemas.openxmlformats.org/drawingml/2006/main" name="Ninacor template">
  <a:themeElements>
    <a:clrScheme name="Custom 347">
      <a:dk1>
        <a:srgbClr val="000000"/>
      </a:dk1>
      <a:lt1>
        <a:srgbClr val="FFFFFF"/>
      </a:lt1>
      <a:dk2>
        <a:srgbClr val="9199AA"/>
      </a:dk2>
      <a:lt2>
        <a:srgbClr val="E4E7EC"/>
      </a:lt2>
      <a:accent1>
        <a:srgbClr val="002988"/>
      </a:accent1>
      <a:accent2>
        <a:srgbClr val="004CF8"/>
      </a:accent2>
      <a:accent3>
        <a:srgbClr val="7DFFB1"/>
      </a:accent3>
      <a:accent4>
        <a:srgbClr val="E0FF7D"/>
      </a:accent4>
      <a:accent5>
        <a:srgbClr val="FFF16B"/>
      </a:accent5>
      <a:accent6>
        <a:srgbClr val="FFFFFF"/>
      </a:accent6>
      <a:hlink>
        <a:srgbClr val="FFFFFF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2690</TotalTime>
  <Words>29</Words>
  <Application>Microsoft Office PowerPoint</Application>
  <PresentationFormat>Panorámica</PresentationFormat>
  <Paragraphs>9</Paragraphs>
  <Slides>12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12</vt:i4>
      </vt:variant>
    </vt:vector>
  </HeadingPairs>
  <TitlesOfParts>
    <vt:vector size="19" baseType="lpstr">
      <vt:lpstr>Aharoni</vt:lpstr>
      <vt:lpstr>Arial</vt:lpstr>
      <vt:lpstr>Calibri</vt:lpstr>
      <vt:lpstr>Titillium Web</vt:lpstr>
      <vt:lpstr>Titillium Web Light</vt:lpstr>
      <vt:lpstr>Ninacor template</vt:lpstr>
      <vt:lpstr>Office Theme</vt:lpstr>
      <vt:lpstr>Red por la Ciberseguridad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Red por la Ciberseguridad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Cybersecurity capacity building program in Mexico</dc:title>
  <dc:creator>Oscar Ortega</dc:creator>
  <cp:lastModifiedBy>David Cuellar Rueda</cp:lastModifiedBy>
  <cp:revision>8</cp:revision>
  <dcterms:created xsi:type="dcterms:W3CDTF">2022-04-12T15:17:03Z</dcterms:created>
  <dcterms:modified xsi:type="dcterms:W3CDTF">2025-04-10T00:16:35Z</dcterms:modified>
</cp:coreProperties>
</file>